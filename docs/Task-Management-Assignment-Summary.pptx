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solidFill>
                  <a:srgbClr val="00D4FF"/>
                </a:solidFill>
              </a:rPr>
              <a:t>Task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AAAAAA"/>
                </a:solidFill>
              </a:rPr>
              <a:t>Assignment Summary — Architecture, Cloud, API, Testing &amp;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Overview —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Enterprise task platform: internal staff and external partners work together on tasks.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Create, assign, track tasks; comments and file attachments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Who can do what: Azure AD sign-in + role-based access (RBAC)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API for integrations (e.g. other systems) + web UI for people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Scale: 5K–50K+ users, 100K–1M+ tasks per tenant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Start simple (MVP), grow toward event sourcing and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Deliverable 1: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We chose macroservices: one main app (core API) + one small service (notifications). Not full microservices (too much overhead), not one blob (notifications would slow the core).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Core monolith: tasks, comments, attachments, auth — one deployable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Notification microservice: email, SMS, Teams — separate, scales independently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Database: PostgreSQL — event store (every change saved) + projections (fast reads)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Service Bus: core publishes events → notification service consumes — no tight coupling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Identity: Azure AD (SSO, B2B for external partners)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SignalR: real-time push — someone just edited this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Architecture — Auth, Scale,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Who gets in, who can do what, how we scale and monitor.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Auth: Azure AD SSO (single sign-on), JWT tokens; OAuth2 for app-to-app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RBAC: roles (admin, member, viewer) — who can create, assign, delete tasks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Scale: stateless API → add more instances; read replicas for queries; Redis for cache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Observability: logs, traces, dashboards — Azure Monitor, Application Insights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RED metrics: request rate, error rate, latency — SLO targets (e.g. p95 &lt; 500 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Deliverable 2: Cloud Setup (Azure)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All services run on Azure — no on-prem servers.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Compute: App Service — hosts core API and notification service (separate plans for isolation)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Data: PostgreSQL (DB), Redis (cache), Blob Storage (file attachments)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Messaging: Service Bus (queues for notifications), SignalR Service (real-time push)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Identity: Azure AD; email/SMS via Azure Communication Services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Edge: Front Door or App Gateway — load balancing, SSL, WAF (DDoS protection)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Secrets: Key Vault; deployments: Azure DevOps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Cloud — Trade-offs &amp;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Decisions that affect performance, cost, and resilience.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Core and notification on separate App Service plans — one can scale without affecting the other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Cost: Start ~$120–250/mo (Dev/test) → Growth ~$1,550–2,600/mo (prod-scale)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Front Door (global CDN) vs App Gateway (regional) — pick based on user geography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Service Bus: Basic (simple queues) → Standard (topics) → Premium (VNet, compliance)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Backup: Geo-redundant PostgreSQL and Blob — survive region outage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Deliverable 3: 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REST API for web UI and external systems. Base path: /v1/tasks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REST over JSON — POST (create), GET (list/search + get one), PATCH (update), DELETE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Related: /tasks/{id}/comments, /tasks/{id}/attachments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GET /tasks/{id}/history — full audit trail (who changed what, when)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Concurrency: If-Match header or version in body — avoid overwriting someone else's edit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Framework: ASP.NET Core; docs: OpenAPI/Swagger; testing: Postman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Deliverable 4: Testing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Automate tests so QA focuses on exploratory work, not repetitive checks.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Pipeline: Build → Test + Security scan → Deploy to Dev → Staging → Prod (with approval)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Unit: xUnit — test logic in isolation (NSubstitute for mocks)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Integration: WebApplicationFactory + Testcontainers — real DB, test full request flow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E2E: Playwright — browser tests; Contract: OpenAPI/Pact — API consumers stay aligned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QA shift-left: involved in refinement and acceptance criteria before dev starts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Deliverable 5: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How we work: process, team split, and how to speed up without overtime.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Team: 1 leader (tech lead/scrum master), 7 devs, 3 QA — 10 total. Allocation by phase in doc §1.4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Scrum (2-week sprints), trunk-based branching. DoR = story ready before pull; DoD = tests + QA sign-off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Speed 2–3x without overtime: parallel delivery, CI/CD, automation, feature flags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Parallel working: Week 1 — agree event contract. Team A (4 devs) Phase 1 core; Team B (3 devs) Notification + SignalR. QA split per stream. Integrate when core write path ready.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Metrics: DORA (deploy freq, lead time, MTTR). Risks: scope creep, key-person dependency — hard capacity, cross-training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Project Roadmap (Weeks 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Phased delivery — each phase is shippable.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Phase 1 (weeks 1–4): Event store, task CRUD, comments, attachments, auth, CI/CD. Core API works; optional minimal UI.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Phase 2 (weeks 5–8): SignalR (real-time), Notification microservice, Service Bus. Can run in parallel with Phase 1 if event contract agreed early.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Phase 3 (weeks 9–12): Full SPA, scheduler jobs, production deployment pipeline, monitoring.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Phase 4: UAT, go-live, iterate on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D4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rPr sz="1400">
                <a:solidFill>
                  <a:srgbClr val="AAAAAA"/>
                </a:solidFill>
              </a:rPr>
              <a:t>One-line takeaway per deliverable.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Architecture: Macroservices — core monolith + Notification microservice; event sourcing; Azure Service Bus + SignalR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Cloud: Azure-native — App Service, PostgreSQL, Redis, Blob, Service Bus, SignalR, Key Vault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API: REST, /tasks CRUD + comments + attachments + history; ASP.NET Core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Testing: CI/CD pipeline; unit, integration, contract, E2E (Playwright); QA shift-left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EEEEE"/>
                </a:solidFill>
              </a:rPr>
              <a:t>▸ Process: Team 7 devs + 3 QA; parallel delivery (event contract → Team A core, Team B Notification+SignalR); Scrum, DORA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